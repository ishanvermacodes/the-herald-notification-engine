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3261E"/>
                </a:solidFill>
                <a:latin typeface="Georgia"/>
              </a:rPr>
              <a:t>HACKBACK V2 · REAL-TIME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Clean-room: no original code, packages or APIs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000" b="1">
                <a:solidFill>
                  <a:srgbClr val="14161F"/>
                </a:solidFill>
                <a:latin typeface="Calibri"/>
              </a:rPr>
              <a:t>The Herald</a:t>
            </a:r>
          </a:p>
          <a:p>
            <a:pPr>
              <a:spcAft>
                <a:spcPts val="600"/>
              </a:spcAft>
            </a:pPr>
            <a:r>
              <a:rPr sz="5000" b="1">
                <a:solidFill>
                  <a:srgbClr val="14161F"/>
                </a:solidFill>
                <a:latin typeface="Calibri"/>
              </a:rPr>
              <a:t>Clean-Room Campus Notification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B2F3A"/>
                </a:solidFill>
                <a:latin typeface="Calibri"/>
              </a:rPr>
              <a:t>Campus systems fire bursts of alerts — exams, outages, shuttles. Naively sent, students drown in noise, ignore their own mute settings, and get duplicates when delivery is retried.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4622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Reference studied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937760"/>
            <a:ext cx="307238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2F3A"/>
                </a:solidFill>
                <a:latin typeface="Calibri"/>
              </a:rPr>
              <a:t>Novu · commit 5c7191d
reverse-engineered into 7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2976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44622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Built from our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937760"/>
            <a:ext cx="307238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2F3A"/>
                </a:solidFill>
                <a:latin typeface="Calibri"/>
              </a:rPr>
              <a:t>FastAPI · PostgreSQL · Redis · Next.js · real email (Resend) · LLM (Groq)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2976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44622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4937760"/>
            <a:ext cx="307238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2F3A"/>
                </a:solidFill>
                <a:latin typeface="Calibri"/>
              </a:rPr>
              <a:t>111 tests passing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5166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3/3 KILLER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3261E"/>
                </a:solidFill>
                <a:latin typeface="Georgia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Delayed work (digest windows, retries) persists in PostgreSQL → survives restarts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4161F"/>
                </a:solidFill>
                <a:latin typeface="Calibri"/>
              </a:rPr>
              <a:t>One event → the right notifications, exactly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64592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Admin /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9202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3261E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8" y="1828800"/>
            <a:ext cx="246888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POST /v1/events/trigger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9202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3261E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4416" y="1828800"/>
            <a:ext cx="155448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Redis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9202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3261E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52944" y="1828800"/>
            <a:ext cx="128016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Worker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201168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Workflow + fan-out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3261E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697480"/>
            <a:ext cx="13716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3261E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697480"/>
            <a:ext cx="155448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Atomic digest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3261E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697480"/>
            <a:ext cx="13716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AI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3261E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697480"/>
            <a:ext cx="22860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4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4161F"/>
                </a:solidFill>
                <a:latin typeface="Calibri"/>
              </a:rPr>
              <a:t>Email (Resend) + In-app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0050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480560"/>
            <a:ext cx="30723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2F3A"/>
                </a:solidFill>
                <a:latin typeface="Calibri"/>
              </a:rPr>
              <a:t>Subscribers, preferences, workflows, digest windows, notifications, jobs, messages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4048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40050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Retry + idempotency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480560"/>
            <a:ext cx="30723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2F3A"/>
                </a:solidFill>
                <a:latin typeface="Calibri"/>
              </a:rPr>
              <a:t>Exponential backoff · one stable Message per delivery · provider Idempotency-Key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4048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400507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480560"/>
            <a:ext cx="30723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2F3A"/>
                </a:solidFill>
                <a:latin typeface="Calibri"/>
              </a:rPr>
              <a:t>Admin (events, jobs, retries, digests) and a mobile-first Student feed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3261E"/>
                </a:solidFill>
                <a:latin typeface="Georgia"/>
              </a:rPr>
              <a:t>THE HARD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cd backend &amp;&amp; pytest -k 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4161F"/>
                </a:solidFill>
                <a:latin typeface="Calibri"/>
              </a:rPr>
              <a:t>3 Killer Tests — all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1 · Digest grouping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307238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B2F3A"/>
                </a:solidFill>
                <a:latin typeface="Calibri"/>
              </a:rPr>
              <a:t>10 events, same subscriber, 5-min window
1 master · 9 merged · 1 notification
all 10 events preserved by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2 · Preference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68880"/>
            <a:ext cx="307238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B2F3A"/>
                </a:solidFill>
                <a:latin typeface="Calibri"/>
              </a:rPr>
              <a:t>email = off, in-app = on
Email skipped (SUBSCRIBER_PREFERENCE)
0 provider calls · in-app delivered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161F"/>
                </a:solidFill>
                <a:latin typeface="Calibri"/>
              </a:rPr>
              <a:t>3 · Retry, no duplicates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68880"/>
            <a:ext cx="307238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B2F3A"/>
                </a:solidFill>
                <a:latin typeface="Calibri"/>
              </a:rPr>
              <a:t>Email fails once, then succeeds
Same Message id · 1 successful send
1 notification, no phantom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667085"/>
                </a:solidFill>
                <a:latin typeface="Calibri"/>
              </a:rPr>
              <a:t>Also verified live: a real email sent through Resend by the actual pipeline (provider message id recorded), and a real Groq digest.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3261E"/>
                </a:solidFill>
                <a:latin typeface="Georgia"/>
              </a:rPr>
              <a:t>OUR 2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Both documented in docs/GAPS.md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4161F"/>
                </a:solidFill>
                <a:latin typeface="Calibri"/>
              </a:rPr>
              <a:t>A real fix, and a differentiator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49011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4161F"/>
                </a:solidFill>
                <a:latin typeface="Calibri"/>
              </a:rPr>
              <a:t>Atomic Digest Window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4901183" cy="3428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0">
                <a:solidFill>
                  <a:srgbClr val="2B2F3A"/>
                </a:solidFill>
                <a:latin typeface="Calibri"/>
              </a:rPr>
              <a:t>Gap (GAPS.md §1): the original elects a digest master by check-then-write, so concurrent events can each see “no digest” → duplicate masters, split digests.
Ours: one atomic INSERT … ON CONFLICT DO NOTHING on a partial unique index; losers merge via atomic UPDATE.
Proof: 12 simultaneous events → 1 master, 11 merged.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173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47672"/>
            <a:ext cx="49011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4161F"/>
                </a:solidFill>
                <a:latin typeface="Calibri"/>
              </a:rPr>
              <a:t>AI Smart Digest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423160"/>
            <a:ext cx="4901183" cy="3428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50" b="0">
                <a:solidFill>
                  <a:srgbClr val="2B2F3A"/>
                </a:solidFill>
                <a:latin typeface="Calibri"/>
              </a:rPr>
              <a:t>Original: concatenates raw event payloads.
Ours: a TL;DR + prioritised action items (Groq openai/gpt-oss-20b), validated JSON, shown in the student feed and email.
Never a single point of failure: no key / timeout / malformed output → plain digest, delivery continues.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417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DIFFERENTIATOR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3261E"/>
                </a:solidFill>
                <a:latin typeface="Georgia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Phone + laptop over the same Wi-Fi, all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8A2B3"/>
                </a:solidFill>
                <a:latin typeface="Calibri"/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4161F"/>
                </a:solidFill>
                <a:latin typeface="Calibri"/>
              </a:rPr>
              <a:t>From the browser to a real inbox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2B2F3A"/>
                </a:solidFill>
                <a:latin typeface="Calibri"/>
              </a:rPr>
              <a:t>1.  Laptop: Admin dashboard → Send burst ×5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2B2F3A"/>
                </a:solidFill>
                <a:latin typeface="Calibri"/>
              </a:rPr>
              <a:t>2.  Event → API → Redis → worker → digest window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2B2F3A"/>
                </a:solidFill>
                <a:latin typeface="Calibri"/>
              </a:rPr>
              <a:t>3.  Window closes → Groq writes TL;DR + actions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2B2F3A"/>
                </a:solidFill>
                <a:latin typeface="Calibri"/>
              </a:rPr>
              <a:t>4.  Phone: Student feed shows “✨ AI summary”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2B2F3A"/>
                </a:solidFill>
                <a:latin typeface="Calibri"/>
              </a:rPr>
              <a:t>5.  Real email arrives (Resend)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2B2F3A"/>
                </a:solidFill>
                <a:latin typeface="Calibri"/>
              </a:rPr>
              <a:t>6.  Mute email on the phone → only in-app is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75488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93392"/>
            <a:ext cx="4352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4161F"/>
                </a:solidFill>
                <a:latin typeface="Calibri"/>
              </a:rPr>
              <a:t>Run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2468880"/>
            <a:ext cx="4352544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2F3A"/>
                </a:solidFill>
                <a:latin typeface="Calibri"/>
              </a:rPr>
              <a:t>uvicorn app.main:app
python worker.py
npm start  (frontend)
Runs without any API key: AI falls back to a plain digest.
github.com/ishaNvermAcodeS/the-herald-notification-engine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